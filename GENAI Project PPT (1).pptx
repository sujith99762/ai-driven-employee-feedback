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5" r:id="rId1"/>
  </p:sldMasterIdLst>
  <p:notesMasterIdLst>
    <p:notesMasterId r:id="rId11"/>
  </p:notesMasterIdLst>
  <p:sldIdLst>
    <p:sldId id="256" r:id="rId2"/>
    <p:sldId id="258" r:id="rId3"/>
    <p:sldId id="300" r:id="rId4"/>
    <p:sldId id="301" r:id="rId5"/>
    <p:sldId id="302" r:id="rId6"/>
    <p:sldId id="304" r:id="rId7"/>
    <p:sldId id="334" r:id="rId8"/>
    <p:sldId id="305" r:id="rId9"/>
    <p:sldId id="30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78EDF0-BACE-468A-A901-0C0698DDF11F}" v="81" dt="2025-12-02T03:28:43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9" autoAdjust="0"/>
    <p:restoredTop sz="94660"/>
  </p:normalViewPr>
  <p:slideViewPr>
    <p:cSldViewPr snapToGrid="0">
      <p:cViewPr varScale="1">
        <p:scale>
          <a:sx n="84" d="100"/>
          <a:sy n="84" d="100"/>
        </p:scale>
        <p:origin x="3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01BCE-54D4-44F5-96C0-DD98586E2D7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DB237-1ED9-4E64-B713-5B6A24A3A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754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03A5-C9F0-4FE7-90FB-DCD01916EB02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07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CBC3-223F-4408-AAAF-1F799FC94CB7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69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35ADD-064D-4FB7-9E41-AA7F7A60365D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86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FB8D5-319D-4F32-A25D-B5425B64B78C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6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2F15F-B554-44C6-BCAF-2B4ACFDC63BD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40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4DB7D-3898-4B65-8BEE-763BD9E7A2D5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73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5E92-B849-4D15-AF9A-A217D8823DAC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5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34624-CEE1-4971-AC77-2AA13D82BBEB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5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B3E3-662A-413E-AAB7-71F149238069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00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392A4-5212-4F43-82B6-B758DA6B2007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63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54A9B-F58B-4B8A-BBB6-B18BCD38FDC8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6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AB5B7BE-1EAC-47F2-B43A-C5972C79FE83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58" r:id="rId6"/>
    <p:sldLayoutId id="2147483854" r:id="rId7"/>
    <p:sldLayoutId id="2147483855" r:id="rId8"/>
    <p:sldLayoutId id="2147483856" r:id="rId9"/>
    <p:sldLayoutId id="2147483857" r:id="rId10"/>
    <p:sldLayoutId id="2147483859" r:id="rId11"/>
  </p:sldLayoutIdLst>
  <p:hf sldNum="0"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colorful background with waves&#10;&#10;AI-generated content may be incorrect.">
            <a:extLst>
              <a:ext uri="{FF2B5EF4-FFF2-40B4-BE49-F238E27FC236}">
                <a16:creationId xmlns:a16="http://schemas.microsoft.com/office/drawing/2014/main" id="{31DB16A1-264D-E7EF-4714-8E713B157C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0" r="9014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0631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FF9C6C8-A34E-1038-49DD-86C6657E0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1A4F-1F1F-42C6-8094-F85B8E89A163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8AC4C6-5CC9-7642-415D-2CBAF03779A0}"/>
              </a:ext>
            </a:extLst>
          </p:cNvPr>
          <p:cNvSpPr txBox="1"/>
          <p:nvPr/>
        </p:nvSpPr>
        <p:spPr>
          <a:xfrm>
            <a:off x="517870" y="2177141"/>
            <a:ext cx="8887387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AI-Driven Employee Feedback Analysis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B1985-E01B-20F5-7787-2D10CC70A2FE}"/>
              </a:ext>
            </a:extLst>
          </p:cNvPr>
          <p:cNvSpPr txBox="1"/>
          <p:nvPr/>
        </p:nvSpPr>
        <p:spPr>
          <a:xfrm>
            <a:off x="517870" y="5219813"/>
            <a:ext cx="4476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bg1"/>
                </a:solidFill>
              </a:rPr>
              <a:t>Group - 12</a:t>
            </a:r>
          </a:p>
        </p:txBody>
      </p:sp>
    </p:spTree>
    <p:extLst>
      <p:ext uri="{BB962C8B-B14F-4D97-AF65-F5344CB8AC3E}">
        <p14:creationId xmlns:p14="http://schemas.microsoft.com/office/powerpoint/2010/main" val="3566588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ED5AB8-8BC1-7A31-5035-7DBD0B64D37E}"/>
              </a:ext>
            </a:extLst>
          </p:cNvPr>
          <p:cNvSpPr/>
          <p:nvPr/>
        </p:nvSpPr>
        <p:spPr>
          <a:xfrm>
            <a:off x="0" y="0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DD6E8E-C03E-D4E8-E9B3-A9E7B8B44298}"/>
              </a:ext>
            </a:extLst>
          </p:cNvPr>
          <p:cNvSpPr/>
          <p:nvPr/>
        </p:nvSpPr>
        <p:spPr>
          <a:xfrm>
            <a:off x="0" y="6702552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92A73-9454-8A53-36D4-2237490C0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Group members: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0F60C64-B713-DDF0-6DFC-12CD51855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4EA3-67BC-4F79-BAD0-C0241F775E92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AD7CE45-D8A6-2C73-FC7C-26BAFB297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77" y="2249424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IN" sz="3200" dirty="0" err="1"/>
              <a:t>Sk.Bashee</a:t>
            </a:r>
            <a:r>
              <a:rPr lang="en-IN" sz="3200" dirty="0"/>
              <a:t> – AP23110010241</a:t>
            </a:r>
          </a:p>
          <a:p>
            <a:pPr marL="0" indent="0">
              <a:buNone/>
            </a:pPr>
            <a:r>
              <a:rPr lang="en-IN" sz="3200" dirty="0" err="1"/>
              <a:t>D.Prabath</a:t>
            </a:r>
            <a:r>
              <a:rPr lang="en-IN" sz="3200" dirty="0"/>
              <a:t> – AP23110010565</a:t>
            </a:r>
          </a:p>
          <a:p>
            <a:pPr marL="0" indent="0">
              <a:buNone/>
            </a:pPr>
            <a:r>
              <a:rPr lang="en-IN" sz="3200" dirty="0" err="1"/>
              <a:t>G.Bhargav</a:t>
            </a:r>
            <a:r>
              <a:rPr lang="en-IN" sz="3200" dirty="0"/>
              <a:t> Sai – AP23110010435</a:t>
            </a:r>
          </a:p>
          <a:p>
            <a:pPr marL="0" indent="0">
              <a:buNone/>
            </a:pPr>
            <a:r>
              <a:rPr lang="en-IN" sz="3200" dirty="0" err="1"/>
              <a:t>S.Ajay</a:t>
            </a:r>
            <a:r>
              <a:rPr lang="en-IN" sz="3200" dirty="0"/>
              <a:t> Kumar – AP23110010211</a:t>
            </a:r>
          </a:p>
          <a:p>
            <a:pPr marL="0" indent="0">
              <a:buNone/>
            </a:pPr>
            <a:r>
              <a:rPr lang="en-IN" sz="3200" dirty="0" err="1"/>
              <a:t>P.Sujith</a:t>
            </a:r>
            <a:r>
              <a:rPr lang="en-IN" sz="3200" dirty="0"/>
              <a:t> – AP23110010541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8582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75118-8A7D-8010-4AAA-9BBA72DF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2E8FC26-F411-0248-ED15-956CDC049653}"/>
              </a:ext>
            </a:extLst>
          </p:cNvPr>
          <p:cNvSpPr/>
          <p:nvPr/>
        </p:nvSpPr>
        <p:spPr>
          <a:xfrm>
            <a:off x="0" y="0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831BAA-F165-B8BA-EAC2-D1696A585FE8}"/>
              </a:ext>
            </a:extLst>
          </p:cNvPr>
          <p:cNvSpPr/>
          <p:nvPr/>
        </p:nvSpPr>
        <p:spPr>
          <a:xfrm>
            <a:off x="0" y="6702552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A176A-458A-6513-F324-55844C861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&amp; 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34A248-CE7B-8F8E-EC59-CF2D41F12C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Problem Statement:</a:t>
            </a:r>
          </a:p>
          <a:p>
            <a:pPr marL="0" indent="0">
              <a:buNone/>
            </a:pPr>
            <a:r>
              <a:rPr lang="en-US" dirty="0"/>
              <a:t>Companies receive thousands of employee feedback comments, but manually analyzing them is slow, inaccurate, and fails to detect hidden workplace </a:t>
            </a:r>
            <a:r>
              <a:rPr lang="en-US" dirty="0" err="1"/>
              <a:t>issues.There</a:t>
            </a:r>
            <a:r>
              <a:rPr lang="en-US" dirty="0"/>
              <a:t> is a need for an automated system that can classify sentiment and extract workplace themes.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0B603A-1989-2DF1-D7F2-4EF5B8AB9A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Objectives: </a:t>
            </a:r>
          </a:p>
          <a:p>
            <a:pPr marL="0" indent="0">
              <a:buNone/>
            </a:pPr>
            <a:r>
              <a:rPr lang="en-US" dirty="0"/>
              <a:t>Automate sentiment classification of employee </a:t>
            </a:r>
            <a:r>
              <a:rPr lang="en-US" dirty="0" err="1"/>
              <a:t>feedbackIdentify</a:t>
            </a:r>
            <a:r>
              <a:rPr lang="en-US" dirty="0"/>
              <a:t> key workplace themes (e.g., salary, workload, management)Provide HR with actionable insights to improve employee </a:t>
            </a:r>
            <a:r>
              <a:rPr lang="en-US" dirty="0" err="1"/>
              <a:t>satisfactionBuild</a:t>
            </a:r>
            <a:r>
              <a:rPr lang="en-US" dirty="0"/>
              <a:t> an interactive web application for real-time feedback analysis</a:t>
            </a:r>
            <a:endParaRPr lang="en-IN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2471EB4-8EB6-C0D2-0B76-6C689C1A8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4EA3-67BC-4F79-BAD0-C0241F775E92}" type="datetime1">
              <a:rPr lang="en-US" smtClean="0"/>
              <a:t>12/4/2025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52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39CAA-88B5-5A70-0624-8C81DF31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55F1AF0-BCF8-0F83-8CD0-643D8BFA995B}"/>
              </a:ext>
            </a:extLst>
          </p:cNvPr>
          <p:cNvSpPr/>
          <p:nvPr/>
        </p:nvSpPr>
        <p:spPr>
          <a:xfrm>
            <a:off x="0" y="0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EA492F-221C-8DA5-3A61-444ECEC50084}"/>
              </a:ext>
            </a:extLst>
          </p:cNvPr>
          <p:cNvSpPr/>
          <p:nvPr/>
        </p:nvSpPr>
        <p:spPr>
          <a:xfrm>
            <a:off x="0" y="6702552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4CADE-A0D3-0A50-E854-98160D82E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8408"/>
            <a:ext cx="5827340" cy="869114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sz="4800" dirty="0"/>
              <a:t>Proposed Solution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09C311-0F00-23C0-DB0C-28CB27A64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640" y="2482813"/>
            <a:ext cx="6002166" cy="3300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/>
              <a:t>A web-based AI platform that:</a:t>
            </a:r>
            <a:endParaRPr lang="en-US" sz="2000" u="sng" dirty="0"/>
          </a:p>
          <a:p>
            <a:r>
              <a:rPr lang="en-US" sz="2000" dirty="0"/>
              <a:t>Captures employee feedback</a:t>
            </a:r>
          </a:p>
          <a:p>
            <a:r>
              <a:rPr lang="en-US" sz="2000" dirty="0"/>
              <a:t>Performs real-time NLP processing</a:t>
            </a:r>
          </a:p>
          <a:p>
            <a:r>
              <a:rPr lang="en-US" sz="2000" dirty="0"/>
              <a:t>Predicts sentiment (positive/neutral/negative)</a:t>
            </a:r>
          </a:p>
          <a:p>
            <a:r>
              <a:rPr lang="en-US" sz="2000" dirty="0"/>
              <a:t>Extracts key workplace themes</a:t>
            </a:r>
          </a:p>
          <a:p>
            <a:r>
              <a:rPr lang="en-US" sz="2000" dirty="0"/>
              <a:t>Delivers actionable HR insights through a clean UI</a:t>
            </a:r>
          </a:p>
          <a:p>
            <a:pPr marL="0" indent="0">
              <a:buNone/>
            </a:pPr>
            <a:endParaRPr lang="en-US" sz="2800" b="1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DC3480EC-DDB3-B293-C5CC-CD571A792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4EA3-67BC-4F79-BAD0-C0241F775E92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A8F379C-DD62-0FAE-E6F4-6C002BDD1F6C}"/>
              </a:ext>
            </a:extLst>
          </p:cNvPr>
          <p:cNvSpPr txBox="1">
            <a:spLocks/>
          </p:cNvSpPr>
          <p:nvPr/>
        </p:nvSpPr>
        <p:spPr>
          <a:xfrm>
            <a:off x="6975565" y="841030"/>
            <a:ext cx="4781006" cy="130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100" u="sng" dirty="0"/>
              <a:t>Workflow:</a:t>
            </a:r>
            <a:br>
              <a:rPr lang="en-IN" sz="4100" u="sng" dirty="0"/>
            </a:br>
            <a:br>
              <a:rPr lang="en-IN" sz="2400" dirty="0"/>
            </a:br>
            <a:endParaRPr lang="en-IN" sz="2400" dirty="0"/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60A3FBF9-C66C-16C7-F653-5BC0FA3DC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046" y="1709928"/>
            <a:ext cx="3196045" cy="471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438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4AEFD-F82E-A7F3-8141-1E4C01722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A651DBC-4942-9FC0-CB34-E10BF9F58B70}"/>
              </a:ext>
            </a:extLst>
          </p:cNvPr>
          <p:cNvSpPr/>
          <p:nvPr/>
        </p:nvSpPr>
        <p:spPr>
          <a:xfrm>
            <a:off x="0" y="0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140FBD-6181-1293-B0C0-783F4D5FD4BB}"/>
              </a:ext>
            </a:extLst>
          </p:cNvPr>
          <p:cNvSpPr/>
          <p:nvPr/>
        </p:nvSpPr>
        <p:spPr>
          <a:xfrm>
            <a:off x="0" y="6702552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EFB846-D0F9-33E3-E7C2-C1A291838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&amp; Methodology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08F92F-0309-D490-8CA5-DE768E36D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256391"/>
            <a:ext cx="5166360" cy="4089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Dataset:</a:t>
            </a:r>
          </a:p>
          <a:p>
            <a:pPr marL="0" indent="0">
              <a:buNone/>
            </a:pPr>
            <a:r>
              <a:rPr lang="en-IN" dirty="0"/>
              <a:t>Source: Kaggle – Employee Reviews Dataset Columns used: feedback/comment, ratings, pros/cons </a:t>
            </a:r>
          </a:p>
          <a:p>
            <a:pPr marL="0" indent="0">
              <a:buNone/>
            </a:pPr>
            <a:r>
              <a:rPr lang="en-IN" dirty="0"/>
              <a:t>Size: 10,000+ reviews</a:t>
            </a:r>
          </a:p>
          <a:p>
            <a:pPr marL="0" indent="0">
              <a:buNone/>
            </a:pPr>
            <a:r>
              <a:rPr lang="en-IN" dirty="0"/>
              <a:t>Type: Unstructured text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F190B-7D97-5BC9-EECD-662DA0DB0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05568" y="2256391"/>
            <a:ext cx="6029381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900" b="1" dirty="0"/>
              <a:t>Methodology:</a:t>
            </a:r>
          </a:p>
          <a:p>
            <a:pPr marL="342900" indent="-342900">
              <a:buAutoNum type="arabicPeriod"/>
            </a:pPr>
            <a:r>
              <a:rPr lang="en-IN" dirty="0"/>
              <a:t>Data Cleaning (lowercase, remove noise, </a:t>
            </a:r>
            <a:r>
              <a:rPr lang="en-IN" dirty="0" err="1"/>
              <a:t>stopwords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2. Tokenisation &amp; Lemmatisation</a:t>
            </a:r>
          </a:p>
          <a:p>
            <a:pPr marL="0" indent="0">
              <a:buNone/>
            </a:pPr>
            <a:r>
              <a:rPr lang="en-IN" dirty="0"/>
              <a:t>3. TF-IDF Vectorisation</a:t>
            </a:r>
          </a:p>
          <a:p>
            <a:pPr marL="0" indent="0">
              <a:buNone/>
            </a:pPr>
            <a:r>
              <a:rPr lang="en-IN" dirty="0"/>
              <a:t>4. Sentiment Labelling from ratings</a:t>
            </a:r>
          </a:p>
          <a:p>
            <a:pPr marL="0" indent="0">
              <a:buNone/>
            </a:pPr>
            <a:r>
              <a:rPr lang="en-IN" dirty="0"/>
              <a:t>5. Train-Test Split (80-20)</a:t>
            </a:r>
          </a:p>
          <a:p>
            <a:pPr marL="0" indent="0">
              <a:buNone/>
            </a:pPr>
            <a:r>
              <a:rPr lang="en-IN" dirty="0"/>
              <a:t>6. Model Training (Naive Bayes / Logistic Regression)</a:t>
            </a:r>
          </a:p>
          <a:p>
            <a:pPr marL="0" indent="0">
              <a:buNone/>
            </a:pPr>
            <a:r>
              <a:rPr lang="en-IN" dirty="0"/>
              <a:t>7. Theme extraction using TF-IDF &amp; frequency analysis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8284F7A7-258B-80B2-1A62-F58E16149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4EA3-67BC-4F79-BAD0-C0241F775E92}" type="datetime1">
              <a:rPr lang="en-US" smtClean="0"/>
              <a:t>12/4/2025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46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5C529-B4CC-A91E-089B-1D73CD668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76F4C70-6020-FC37-9BB7-396FBE974845}"/>
              </a:ext>
            </a:extLst>
          </p:cNvPr>
          <p:cNvSpPr/>
          <p:nvPr/>
        </p:nvSpPr>
        <p:spPr>
          <a:xfrm>
            <a:off x="0" y="0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7F95FD-D8B8-FFB1-FF13-5B395DCAF1EA}"/>
              </a:ext>
            </a:extLst>
          </p:cNvPr>
          <p:cNvSpPr/>
          <p:nvPr/>
        </p:nvSpPr>
        <p:spPr>
          <a:xfrm>
            <a:off x="0" y="6702552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9AAA43-052A-BE78-C5D4-36D21CC19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9ED79B09-B37B-2BA5-ADC4-F7F71FF7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4EA3-67BC-4F79-BAD0-C0241F775E92}" type="datetime1">
              <a:rPr lang="en-US" smtClean="0"/>
              <a:t>12/4/2025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66C305-0EF8-0EC5-A194-BE501ADEE9DA}"/>
              </a:ext>
            </a:extLst>
          </p:cNvPr>
          <p:cNvSpPr txBox="1"/>
          <p:nvPr/>
        </p:nvSpPr>
        <p:spPr>
          <a:xfrm>
            <a:off x="1354182" y="2211044"/>
            <a:ext cx="3496492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Backend &amp; ML</a:t>
            </a:r>
          </a:p>
          <a:p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Python, NumPy, Pandas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Scikit-learn, NLTK, </a:t>
            </a:r>
            <a:r>
              <a:rPr lang="en-IN" dirty="0" err="1"/>
              <a:t>TextBlob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TF-IDF Vectorizer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Pickle for model saving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sz="2400" b="1" dirty="0"/>
              <a:t>Visualization</a:t>
            </a:r>
          </a:p>
          <a:p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Matplotlib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 err="1"/>
              <a:t>WordCloud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13FF5B-E04A-0D7B-9813-5B3744FE2237}"/>
              </a:ext>
            </a:extLst>
          </p:cNvPr>
          <p:cNvSpPr txBox="1"/>
          <p:nvPr/>
        </p:nvSpPr>
        <p:spPr>
          <a:xfrm>
            <a:off x="6953795" y="2064079"/>
            <a:ext cx="61047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Web Technologies</a:t>
            </a:r>
          </a:p>
          <a:p>
            <a:endParaRPr lang="en-IN" sz="24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Flask / </a:t>
            </a:r>
            <a:r>
              <a:rPr lang="en-IN" sz="2000" dirty="0" err="1"/>
              <a:t>FastAPI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HTML, CSS, Bootstrap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3348323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90FE3-E40F-EA69-800B-FCB1AC966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6F94A0-E4B0-5966-647B-968235D291CC}"/>
              </a:ext>
            </a:extLst>
          </p:cNvPr>
          <p:cNvSpPr/>
          <p:nvPr/>
        </p:nvSpPr>
        <p:spPr>
          <a:xfrm>
            <a:off x="0" y="0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A66185-242A-DDD0-CCCE-12A65E15700D}"/>
              </a:ext>
            </a:extLst>
          </p:cNvPr>
          <p:cNvSpPr/>
          <p:nvPr/>
        </p:nvSpPr>
        <p:spPr>
          <a:xfrm>
            <a:off x="0" y="6702552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ECA1E5-FB53-CAA9-BEFE-FBA7C7F04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845" y="935918"/>
            <a:ext cx="11155680" cy="657715"/>
          </a:xfrm>
        </p:spPr>
        <p:txBody>
          <a:bodyPr>
            <a:noAutofit/>
          </a:bodyPr>
          <a:lstStyle/>
          <a:p>
            <a:r>
              <a:rPr lang="en-IN" u="sng" dirty="0"/>
              <a:t>Results &amp; Findings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E12A86-45C9-2207-0D24-FEF4FD0CC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375" y="4937788"/>
            <a:ext cx="7542921" cy="1508584"/>
          </a:xfrm>
        </p:spPr>
      </p:pic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2C4BE031-DD11-5462-4E2E-3AADF5273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4EA3-67BC-4F79-BAD0-C0241F775E92}" type="datetime1">
              <a:rPr lang="en-US" smtClean="0"/>
              <a:t>12/4/2025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1FB2DA-9442-B88C-0BC6-593596511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74" y="2147157"/>
            <a:ext cx="5114221" cy="25071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2A1F74-9EA3-3DE9-FFA5-49C7130876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280" y="2236096"/>
            <a:ext cx="4925245" cy="209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37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C91F9-C145-5DAD-940C-276BEDBD7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1C50AE4-153D-BB1F-6368-3639F6FEA844}"/>
              </a:ext>
            </a:extLst>
          </p:cNvPr>
          <p:cNvSpPr/>
          <p:nvPr/>
        </p:nvSpPr>
        <p:spPr>
          <a:xfrm>
            <a:off x="0" y="0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287671-A68C-080F-1835-AD077E2DED77}"/>
              </a:ext>
            </a:extLst>
          </p:cNvPr>
          <p:cNvSpPr/>
          <p:nvPr/>
        </p:nvSpPr>
        <p:spPr>
          <a:xfrm>
            <a:off x="0" y="6702552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7FB9AAE-FCF1-F467-64A2-AE20034AC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4EA3-67BC-4F79-BAD0-C0241F775E92}" type="datetime1">
              <a:rPr lang="en-US" smtClean="0"/>
              <a:t>12/4/2025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E2CE31-A509-61D7-64A7-1ECFA8960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958" y="1454882"/>
            <a:ext cx="6021858" cy="4150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7396C5-B6A8-FCD2-583D-4E2FCEAD33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11" y="1551392"/>
            <a:ext cx="4504288" cy="295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63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BAEF7-A910-F6C7-412C-F360887A1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77FD82-7C7A-EBFF-927A-C5DA2475D79B}"/>
              </a:ext>
            </a:extLst>
          </p:cNvPr>
          <p:cNvSpPr/>
          <p:nvPr/>
        </p:nvSpPr>
        <p:spPr>
          <a:xfrm>
            <a:off x="0" y="0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806E3F-3E05-1084-B1AD-87BD8D27A77F}"/>
              </a:ext>
            </a:extLst>
          </p:cNvPr>
          <p:cNvSpPr/>
          <p:nvPr/>
        </p:nvSpPr>
        <p:spPr>
          <a:xfrm>
            <a:off x="0" y="6702552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CCA65E-6061-C09E-F136-5F3F64630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338072"/>
          </a:xfrm>
        </p:spPr>
        <p:txBody>
          <a:bodyPr/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4829B9-BBC2-05B9-66A3-1516DE1531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464526"/>
            <a:ext cx="5166360" cy="38814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Conclusion</a:t>
            </a:r>
          </a:p>
          <a:p>
            <a:r>
              <a:rPr lang="en-US" dirty="0"/>
              <a:t>This project successfully built an AI-powered system capable of:</a:t>
            </a:r>
          </a:p>
          <a:p>
            <a:r>
              <a:rPr lang="en-US" dirty="0"/>
              <a:t>Automatically analyzing employee feedback</a:t>
            </a:r>
          </a:p>
          <a:p>
            <a:r>
              <a:rPr lang="en-US" dirty="0"/>
              <a:t>Extracting workplace themes</a:t>
            </a:r>
          </a:p>
          <a:p>
            <a:r>
              <a:rPr lang="en-US" dirty="0"/>
              <a:t>Assisting HR in decision-making</a:t>
            </a:r>
          </a:p>
          <a:p>
            <a:r>
              <a:rPr lang="en-US" dirty="0"/>
              <a:t>Providing real-time results via web app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F33EA7-5BE4-F3AB-2375-A71C45CB8A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Future Scope</a:t>
            </a:r>
          </a:p>
          <a:p>
            <a:r>
              <a:rPr lang="en-US" dirty="0"/>
              <a:t>Multilingual feedback support</a:t>
            </a:r>
          </a:p>
          <a:p>
            <a:r>
              <a:rPr lang="en-US" dirty="0"/>
              <a:t>Integration with company HRMS systems</a:t>
            </a:r>
          </a:p>
          <a:p>
            <a:r>
              <a:rPr lang="en-US" dirty="0"/>
              <a:t>Advanced emotion detection using transformers</a:t>
            </a:r>
          </a:p>
          <a:p>
            <a:r>
              <a:rPr lang="en-US" dirty="0"/>
              <a:t>Department-wise sentiment dashboards</a:t>
            </a:r>
          </a:p>
          <a:p>
            <a:r>
              <a:rPr lang="en-US" dirty="0"/>
              <a:t>Integration with chatbot for anonymous feedback</a:t>
            </a:r>
          </a:p>
          <a:p>
            <a:endParaRPr lang="en-IN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D161CB7-0597-5E91-1295-8482F87B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4EA3-67BC-4F79-BAD0-C0241F775E92}" type="datetime1">
              <a:rPr lang="en-US" smtClean="0"/>
              <a:t>12/4/2025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92711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194</TotalTime>
  <Words>357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Bierstadt</vt:lpstr>
      <vt:lpstr>Wingdings</vt:lpstr>
      <vt:lpstr>GestaltVTI</vt:lpstr>
      <vt:lpstr>PowerPoint Presentation</vt:lpstr>
      <vt:lpstr>Group members:</vt:lpstr>
      <vt:lpstr>Problem Statement &amp; Objectives</vt:lpstr>
      <vt:lpstr>Proposed Solution</vt:lpstr>
      <vt:lpstr>Dataset &amp; Methodology</vt:lpstr>
      <vt:lpstr>Technologies Used</vt:lpstr>
      <vt:lpstr>Results &amp; Findings</vt:lpstr>
      <vt:lpstr>PowerPoint Presentation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AP23110010034 | Movva Sai Surya</dc:creator>
  <cp:lastModifiedBy>AP23110010541 SUJITH</cp:lastModifiedBy>
  <cp:revision>4</cp:revision>
  <dcterms:created xsi:type="dcterms:W3CDTF">2025-11-20T09:28:51Z</dcterms:created>
  <dcterms:modified xsi:type="dcterms:W3CDTF">2025-12-04T16:01:31Z</dcterms:modified>
</cp:coreProperties>
</file>